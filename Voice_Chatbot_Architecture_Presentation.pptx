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Empowering teams to build intelligent, voice-enabled chatbots with persistent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Voice-Based Chatbot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User File Caching &amp; Real-Time Audio with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Cache Management Challenges &amp; Solutions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Massive volumes of diverse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Audio, video, documents, images</a:t>
            </a:r>
          </a:p>
          <a:p>
            <a:r>
              <a:t>• Large file sizes (1MB-1GB+)</a:t>
            </a:r>
          </a:p>
          <a:p>
            <a:r>
              <a:t>• Cannot fit directly into LLM context</a:t>
            </a:r>
          </a:p>
          <a:p>
            <a:r>
              <a:t>• Manual processing is slow and limits insight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AI unlocks scalable, automated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Cache processed content, not raw files</a:t>
            </a:r>
          </a:p>
          <a:p>
            <a:r>
              <a:t>• 88-99% cost savings</a:t>
            </a:r>
          </a:p>
          <a:p>
            <a:r>
              <a:t>• Fast retrieval (&lt; 50ms)</a:t>
            </a:r>
          </a:p>
          <a:p>
            <a:r>
              <a:t>• Semantic search enabled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Three-Tier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Tier 1: Metadata (&lt; 1ms)</a:t>
            </a:r>
          </a:p>
          <a:p>
            <a:r>
              <a:t>• Tier 2: Processed AI content (10-50ms)</a:t>
            </a:r>
          </a:p>
          <a:p>
            <a:r>
              <a:t>• Tier 3: Raw files (100-500ms)</a:t>
            </a:r>
          </a:p>
          <a:p>
            <a:r>
              <a:t>• Azure Cosmos DB + Blob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Empowering teams to avoid reprocessing and deliver instant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Real-Time Audio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Voice Interaction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Users expect natural voice conversations</a:t>
            </a:r>
          </a:p>
          <a:p>
            <a:r>
              <a:t>• Low latency required (&lt; 300ms)</a:t>
            </a:r>
          </a:p>
          <a:p>
            <a:r>
              <a:t>• Speech-to-text + LLM + text-to-speech pipeline too slow</a:t>
            </a:r>
          </a:p>
          <a:p>
            <a:r>
              <a:t>• Complex state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GPT-4o Realtime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Native audio processing</a:t>
            </a:r>
          </a:p>
          <a:p>
            <a:r>
              <a:t>• WebRTC &amp; WebSocket support</a:t>
            </a:r>
          </a:p>
          <a:p>
            <a:r>
              <a:t>• Server VAD &amp; Semantic VAD</a:t>
            </a:r>
          </a:p>
          <a:p>
            <a:r>
              <a:t>• Persistent audio connections</a:t>
            </a:r>
          </a:p>
          <a:p>
            <a:r>
              <a:t>• Built-in Whisper transcription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Implementation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Sub-second response times</a:t>
            </a:r>
          </a:p>
          <a:p>
            <a:r>
              <a:t>• Natural turn-taking</a:t>
            </a:r>
          </a:p>
          <a:p>
            <a:r>
              <a:t>• Emotion &amp; tone analysis</a:t>
            </a:r>
          </a:p>
          <a:p>
            <a:r>
              <a:t>• East US 2 &amp; Sweden Central</a:t>
            </a:r>
          </a:p>
          <a:p>
            <a:r>
              <a:t>• Production-ready SDKs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Build voice-first experiences with Azure OpenAI's breakthrough real-time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Why Azure Cosmos DB?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Performance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Single-digit millisecond latency</a:t>
            </a:r>
          </a:p>
          <a:p>
            <a:r>
              <a:t>• 99.999% availability SLA</a:t>
            </a:r>
          </a:p>
          <a:p>
            <a:r>
              <a:t>• Global distribution</a:t>
            </a:r>
          </a:p>
          <a:p>
            <a:r>
              <a:t>• Automatic indexing</a:t>
            </a:r>
          </a:p>
          <a:p>
            <a:r>
              <a:t>• No schema management required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Multi-Modal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Store metadata, embeddings, conversation history together</a:t>
            </a:r>
          </a:p>
          <a:p>
            <a:r>
              <a:t>• Native vector search</a:t>
            </a:r>
          </a:p>
          <a:p>
            <a:r>
              <a:t>• Change feed for real-time updates</a:t>
            </a:r>
          </a:p>
          <a:p>
            <a:r>
              <a:t>• ACID transactions</a:t>
            </a:r>
          </a:p>
          <a:p>
            <a:r>
              <a:t>• Powers OpenAI's ChatGPT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Cost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Pay only for what you use</a:t>
            </a:r>
          </a:p>
          <a:p>
            <a:r>
              <a:t>• Autoscale throughput</a:t>
            </a:r>
          </a:p>
          <a:p>
            <a:r>
              <a:t>• 99% cost savings with caching</a:t>
            </a:r>
          </a:p>
          <a:p>
            <a:r>
              <a:t>• Efficient for large datasets</a:t>
            </a:r>
          </a:p>
          <a:p>
            <a:r>
              <a:t>• Better than pure vector DBs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The same technology powering OpenAI ChatGPT - proven at massive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</a:defRPr>
            </a:pPr>
            <a:r>
              <a:t>Cache Strategy by File 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Audio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Cache: Transcripts + timestamps</a:t>
            </a:r>
          </a:p>
          <a:p>
            <a:r>
              <a:t>• Avoid: Re-running Whisper ($0.006/min)</a:t>
            </a:r>
          </a:p>
          <a:p>
            <a:r>
              <a:t>• 99% cost savings on repeat access</a:t>
            </a:r>
          </a:p>
          <a:p>
            <a:r>
              <a:t>• Enable semantic search</a:t>
            </a:r>
          </a:p>
          <a:p>
            <a:r>
              <a:t>• Key moments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Video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Cache: Keyframe analysis + transcripts</a:t>
            </a:r>
          </a:p>
          <a:p>
            <a:r>
              <a:t>• Avoid: Re-processing frames with GPT-4o Vision</a:t>
            </a:r>
          </a:p>
          <a:p>
            <a:r>
              <a:t>• 90% cost savings</a:t>
            </a:r>
          </a:p>
          <a:p>
            <a:r>
              <a:t>• Scene detection cached</a:t>
            </a:r>
          </a:p>
          <a:p>
            <a:r>
              <a:t>• Multi-modal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2560320" cy="4114800"/>
          </a:xfrm>
          <a:prstGeom prst="roundRect">
            <a:avLst/>
          </a:prstGeom>
          <a:solidFill>
            <a:srgbClr val="F2F2F2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0" y="1463040"/>
            <a:ext cx="914400" cy="9144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Documents &amp;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/>
            </a:pPr>
            <a:r>
              <a:t>• Cache: Extracted text + embeddings + vision analysis</a:t>
            </a:r>
          </a:p>
          <a:p>
            <a:r>
              <a:t>• Intelligent chunking for long docs</a:t>
            </a:r>
          </a:p>
          <a:p>
            <a:r>
              <a:t>• 88% token savings</a:t>
            </a:r>
          </a:p>
          <a:p>
            <a:r>
              <a:t>• 97% savings on image re-analysis</a:t>
            </a:r>
          </a:p>
          <a:p>
            <a:r>
              <a:t>• Semantic retrieval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Smart caching strategies tailored to each file type's processing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Implementation Roadmap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Azure Resource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Cosmos DB + Blob Storage + OpenAI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File 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68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Document Intelligence + Whisper + GPT-4o Vision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Cache Layer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Three-tier architecture with smart retrieval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40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Real-Time Audio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GPT-4o Realtime API with WebRTC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Testing &amp;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377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95959"/>
                </a:solidFill>
              </a:defRPr>
            </a:pPr>
            <a:r>
              <a:t>Monitor cache hit rates &amp; cost metrics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Ready to implement? Leverage Microsoft's proven patterns and reference architectures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